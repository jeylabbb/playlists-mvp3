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orgemig/Desktop/JeyLabbb/JL_IA_playlists/playlists-mvp/deck-assets-pleia/plei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137160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PLEIA</a:t>
            </a:r>
            <a:endParaRPr lang="en-US" sz="6400" dirty="0"/>
          </a:p>
        </p:txBody>
      </p:sp>
      <p:sp>
        <p:nvSpPr>
          <p:cNvPr id="4" name="Text 1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Playlists personalizadas con IA a partir de lo que el usuario escribe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292608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Prompt → playlist completa en segundos</a:t>
            </a:r>
            <a:endParaRPr lang="en-US" sz="18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Pensada para el momento exacto del usuario</a:t>
            </a:r>
            <a:endParaRPr lang="en-US" sz="18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Lista para escuchar en Spotify con 1 click</a:t>
            </a:r>
            <a:endParaRPr lang="en-US" sz="1800" dirty="0"/>
          </a:p>
        </p:txBody>
      </p:sp>
      <p:pic>
        <p:nvPicPr>
          <p:cNvPr id="6" name="Image 1" descr="/Users/jorgemig/Desktop/JeyLabbb/JL_IA_playlists/playlists-mvp/deck-assets-pleia/app_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28600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problemas que hoy no se resuelven bien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3840480" cy="2743200"/>
          </a:xfrm>
          <a:prstGeom prst="roundRect">
            <a:avLst>
              <a:gd name="adj" fmla="val 6667"/>
            </a:avLst>
          </a:prstGeom>
          <a:solidFill>
            <a:srgbClr val="F5F5F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Hacer playlists a mano da pereza</a:t>
            </a:r>
            <a:endParaRPr lang="en-US" sz="18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Las playlists públicas/editoriales son genéricas</a:t>
            </a:r>
            <a:endParaRPr lang="en-US" sz="18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 usuario quiere música que encaje con SU momento concreto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846320" y="1645920"/>
            <a:ext cx="3840480" cy="2743200"/>
          </a:xfrm>
          <a:prstGeom prst="roundRect">
            <a:avLst>
              <a:gd name="adj" fmla="val 6667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Sellos/Distribuidoras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0" y="228600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 discovery se concentra en playlists públicas grandes</a:t>
            </a:r>
            <a:endParaRPr lang="en-US" sz="18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Cuesta llegar al nivel personal del oyente</a:t>
            </a:r>
            <a:endParaRPr lang="en-US" sz="18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hay una vía clara para entrar en playlists hechas a medida para cada persona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Donde cambia el juego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PLEIA crea playlists personales y a medida, basadas en intención real</a:t>
            </a:r>
            <a:endParaRPr lang="en-US" sz="18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 usuario las crea para sí mismo, no para exposición pública</a:t>
            </a:r>
            <a:endParaRPr lang="en-US" sz="18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 una canción encaja, entra en una playlist personal y se escucha de verdad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contextual, sin forzar canciones fuera de estilo</a:t>
            </a:r>
            <a:endParaRPr lang="en-US" sz="2400" dirty="0"/>
          </a:p>
        </p:txBody>
      </p:sp>
      <p:pic>
        <p:nvPicPr>
          <p:cNvPr id="5" name="Image 0" descr="/Users/jorgemig/Desktop/JeyLabbb/JL_IA_playlists/playlists-mvp/deck-assets-pleia/playlist_genera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371600"/>
            <a:ext cx="30175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usuario escribe lo que quiere</a:t>
            </a:r>
            <a:endParaRPr lang="en-US" sz="1600" dirty="0"/>
          </a:p>
        </p:txBody>
      </p:sp>
      <p:pic>
        <p:nvPicPr>
          <p:cNvPr id="5" name="Image 0" descr="/Users/jorgemig/Desktop/JeyLabbb/JL_IA_playlists/playlists-mvp/deck-assets-pleia/prompt_exa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94560"/>
            <a:ext cx="256032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9184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329184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PLEIA genera una playlist completa</a:t>
            </a:r>
            <a:endParaRPr lang="en-US" sz="1600" dirty="0"/>
          </a:p>
        </p:txBody>
      </p:sp>
      <p:pic>
        <p:nvPicPr>
          <p:cNvPr id="8" name="Image 1" descr="/Users/jorgemig/Desktop/JeyLabbb/JL_IA_playlists/playlists-mvp/deck-assets-pleia/playlist_genera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2194560"/>
            <a:ext cx="2560320" cy="2286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2648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3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612648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click para abrirla en Spotify</a:t>
            </a:r>
            <a:endParaRPr lang="en-US" sz="1600" dirty="0"/>
          </a:p>
        </p:txBody>
      </p:sp>
      <p:pic>
        <p:nvPicPr>
          <p:cNvPr id="11" name="Image 2" descr="/Users/jorgemig/Desktop/JeyLabbb/JL_IA_playlists/playlists-mvp/deck-assets-pleia/spotify_expo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194560"/>
            <a:ext cx="256032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Tracción inicial (early-stage)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Usuarios: 117</a:t>
            </a:r>
            <a:endParaRPr lang="en-US" sz="18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Playlists generadas: 218</a:t>
            </a:r>
            <a:endParaRPr lang="en-US" sz="18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Prompts totales: 429</a:t>
            </a:r>
            <a:endParaRPr lang="en-US" sz="18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Crecimiento 100% orgánico (sin ads)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ya operativo, fase temprana.</a:t>
            </a:r>
            <a:endParaRPr lang="en-US" sz="1400" dirty="0"/>
          </a:p>
        </p:txBody>
      </p:sp>
      <p:pic>
        <p:nvPicPr>
          <p:cNvPr id="5" name="Image 0" descr="/Users/jorgemig/Desktop/JeyLabbb/JL_IA_playlists/playlists-mvp/deck-assets-pleia/dashboard_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3716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colaboramos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Las canciones solo aparecen cuando encajan con la intención</a:t>
            </a:r>
            <a:endParaRPr lang="en-US" sz="18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Integración natural de catálogo</a:t>
            </a:r>
            <a:endParaRPr lang="en-US" sz="18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Parte del acuerdo se reinvierte en promoción y contenido</a:t>
            </a:r>
            <a:endParaRPr lang="en-US" sz="18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Métricas básicas para evaluar impacto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de piloto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Duración sugerida: 30 días</a:t>
            </a:r>
            <a:endParaRPr lang="en-US" sz="18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Objetivo: validar discovery en playlists personales</a:t>
            </a:r>
            <a:endParaRPr lang="en-US" sz="18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Input del partner: artistas o catálogo foco</a:t>
            </a:r>
            <a:endParaRPr lang="en-US" sz="18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Output: uso real + feedback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¿Lo exploramos?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Web: https://playlists.jeylabbb.com</a:t>
            </a:r>
            <a:endParaRPr lang="en-US" sz="18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Material adicional disponible si se solicita</a:t>
            </a:r>
            <a:endParaRPr lang="en-US" sz="18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Contacto: Jorge — Founder, PLEIA</a:t>
            </a:r>
            <a:endParaRPr lang="en-US" sz="1800" dirty="0"/>
          </a:p>
        </p:txBody>
      </p:sp>
      <p:pic>
        <p:nvPicPr>
          <p:cNvPr id="4" name="Image 0" descr="/Users/jorgemig/Desktop/JeyLabbb/JL_IA_playlists/playlists-mvp/deck-assets-pleia/plei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3840480"/>
            <a:ext cx="137160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2026-01-01T22:57:25Z</dcterms:created>
  <dcterms:modified xsi:type="dcterms:W3CDTF">2026-01-01T22:57:25Z</dcterms:modified>
</cp:coreProperties>
</file>